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FFFFF"/>
                </a:solidFill>
              </a:rPr>
              <a:t>Risk Data Quality Governance Copilot</a:t>
            </a:r>
          </a:p>
          <a:p>
            <a:r>
              <a:rPr sz="2200">
                <a:solidFill>
                  <a:srgbClr val="00AEEF"/>
                </a:solidFill>
              </a:rPr>
              <a:t>BCBS 239 risk-data quality, reporting &amp; AI governance — a working demo</a:t>
            </a:r>
          </a:p>
          <a:p>
            <a:r>
              <a:rPr sz="1500">
                <a:solidFill>
                  <a:srgbClr val="8FA8C4"/>
                </a:solidFill>
              </a:rPr>
              <a:t>Synthetic data · Python · Streamlit · Claude · portfolio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problem</a:t>
            </a:r>
          </a:p>
          <a:p>
            <a:r>
              <a:rPr sz="1600">
                <a:solidFill>
                  <a:srgbClr val="00AEEF"/>
                </a:solidFill>
              </a:rPr>
              <a:t>Why risk-data quality is a board-level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After 2008, banks could not aggregate risk exposures fast or accurately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"What is our total exposure to this counterparty, right now?" — many couldn't answer in time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BCBS 239 (Basel, 2013): the standard for risk data aggregation &amp; reporting (RDARR)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Aggregate risk data accurately, completely, on time — especially under stress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Still a top supervisory priority (ECB 2025–27); most banks not yet fully compliant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And now AI raises both the opportunity and the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BCBS 239 in one slide</a:t>
            </a:r>
          </a:p>
          <a:p>
            <a:r>
              <a:rPr sz="1600">
                <a:solidFill>
                  <a:srgbClr val="00AEEF"/>
                </a:solidFill>
              </a:rPr>
              <a:t>14 principles, 4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Group I — Governance &amp; infrastructure (P1–2)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Ownership, data architecture, lineage, golden sources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Group II — Risk data aggregation (P3–6)  ← the core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Accuracy · Completeness · Timeliness · Adaptability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Group III — Risk reporting (P7–11)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Accuracy · comprehensiveness · clarity · frequency · distribution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Group IV — Supervisory review (P12–14)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The solution</a:t>
            </a:r>
          </a:p>
          <a:p>
            <a:r>
              <a:rPr sz="1600">
                <a:solidFill>
                  <a:srgbClr val="00AEEF"/>
                </a:solidFill>
              </a:rPr>
              <a:t>Five components, one governed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Detect → Score → Triage → Report → Govern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1 · Synthetic risk dataset — credit/market/liquidity CDEs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2 · DQ rules engine — mapped to BCBS 239 principles → RAG scorecard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3 · AI triage agent — findings into governed DQGC issues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4 · Reporting dashboard — Streamlit, decision-useful views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5 · AI governance layer — 'AI is a model', controls &amp; risk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Data quality engine</a:t>
            </a:r>
          </a:p>
          <a:p>
            <a:r>
              <a:rPr sz="1600">
                <a:solidFill>
                  <a:srgbClr val="00AEEF"/>
                </a:solidFill>
              </a:rPr>
              <a:t>Components 1–2 · aggregation principles P3–P6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606 synthetic exposures across three risk domains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114 data-quality defects deliberately seeded and tagged to a principle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Rules grouped by principle: Accuracy, Completeness, Timeliness, Adaptability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RAG scorecard = 'evidence of compliance' for the DQGC and supervisors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100% control coverage against the seeded defects (controls are provably correct)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AI exception triage</a:t>
            </a:r>
          </a:p>
          <a:p>
            <a:r>
              <a:rPr sz="1600">
                <a:solidFill>
                  <a:srgbClr val="00AEEF"/>
                </a:solidFill>
              </a:rPr>
              <a:t>Component 3 · governance P1 &amp; P13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120 raw findings collapsed into ~10 governed issues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One issue per failed control population — not 120 tickets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Each issue gets a DQGC-ready remediation narrative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Root-cause hypothesis · risk impact · fix-at-source · owner · priority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Claude drafts; graceful $0 templated fallback when offline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"AI drafts; the DQGC decides" — human governance stays in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Reporting dashboard</a:t>
            </a:r>
          </a:p>
          <a:p>
            <a:r>
              <a:rPr sz="1600">
                <a:solidFill>
                  <a:srgbClr val="00AEEF"/>
                </a:solidFill>
              </a:rPr>
              <a:t>Component 4 · reporting principles P7–P11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Streamlit app that embodies the BCBS 239 reporting principles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Live scorecard that recomputes from source — it can't drift (P7)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Findings drill-down (P9) · DQGC issues · comprehensiveness across stripes (P8)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Adaptability (P6): re-aggregate exposure on demand, no re-engineering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One shareable, decision-useful view for senior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AI governance layer</a:t>
            </a:r>
          </a:p>
          <a:p>
            <a:r>
              <a:rPr sz="1600">
                <a:solidFill>
                  <a:srgbClr val="00AEEF"/>
                </a:solidFill>
              </a:rPr>
              <a:t>Component 5 · 'AI is a model'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AI touchpoint register — you can't govern what you can't see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Honest control self-assessment (RAG) — gaps shown, not hidden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Full 14-principle AI-risk → control map, tagged to the regime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Provenance stamped on every AI output: model, version, 'Pending DQGC review'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Aligned to EU AI Act · revised US Model Risk Management · BIS/ECB guidance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AI risk to BCBS 239</a:t>
            </a:r>
          </a:p>
          <a:p>
            <a:r>
              <a:rPr sz="1600">
                <a:solidFill>
                  <a:srgbClr val="00AEEF"/>
                </a:solidFill>
              </a:rPr>
              <a:t>The two-sided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AI both threatens AND strengthens the principles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Threat: hallucination → P3 · black-box transforms → P2 lineage · non-reconciling narrative → P7</a:t>
            </a:r>
          </a:p>
          <a:p>
            <a:pPr lvl="1">
              <a:spcAft>
                <a:spcPts val="600"/>
              </a:spcAft>
            </a:pPr>
            <a:r>
              <a:rPr sz="1600">
                <a:solidFill>
                  <a:srgbClr val="CFE0F0"/>
                </a:solidFill>
              </a:rPr>
              <a:t>•  Enabler: DQ at scale · anomaly detection · natural-language querying (P6)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AI risk is a lens over all 14 principles — not a 15th principle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Anchors: EU AI Act (high-risk from Aug 2026) · US MRM (retiring SR 11-7) · BIS/ECB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Outcomes &amp; roadmap</a:t>
            </a:r>
          </a:p>
          <a:p>
            <a:r>
              <a:rPr sz="1600">
                <a:solidFill>
                  <a:srgbClr val="00AEEF"/>
                </a:solidFill>
              </a:rPr>
              <a:t>What it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Four senior signals at once: domain depth · DQ governance · reporting modernisation · AI governance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Honest framing: synthetic data, a thinking tool — not a production framework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Roadmap: automated output reconciliation · drift monitoring · real-data integration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</a:rPr>
              <a:t>▸  Stack: Python · pandas · Streamlit · Claude (Anthropic)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8FA8C4"/>
                </a:solidFill>
              </a:rPr>
              <a:t>Risk DQ Governance Copilot · synthetic data · BCBS 239 + AI Governance      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